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8E76-C0B6-ED3B-1A73-5F1101E87F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9E98F-42C7-AE26-AC34-5A088D718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BC124-12C2-C4F7-7494-CA454898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24D32-367B-403D-91C1-C03F0F12EA31}" type="datetimeFigureOut">
              <a:rPr lang="en-AU" smtClean="0"/>
              <a:t>2/05/2026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0EDF7-40A0-6A2A-48BD-AF44941AC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3C8B8-EDAC-3FFA-87E2-261DE2E0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FB22-FF5F-4D05-9C3F-81EB9641E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0006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942CD-3729-24FE-CE3A-DE2C7BFD0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A99F6-1C10-4F25-61D9-A61938BC5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6D33D-0768-A2E8-5AF6-5F30065B6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24D32-367B-403D-91C1-C03F0F12EA31}" type="datetimeFigureOut">
              <a:rPr lang="en-AU" smtClean="0"/>
              <a:t>2/05/2026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0AC85-0A65-244D-9928-0A66EFA4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B9B99-72C7-3F89-E802-88E98E4D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FB22-FF5F-4D05-9C3F-81EB9641E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4307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C69A9-6F67-124A-841A-4231663A6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363D4-6ED6-B414-718D-48F45C860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1326C-EA6D-17B7-9A0A-7A6773A7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24D32-367B-403D-91C1-C03F0F12EA31}" type="datetimeFigureOut">
              <a:rPr lang="en-AU" smtClean="0"/>
              <a:t>2/05/2026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DA2F7-4806-18C0-E821-2985891F4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03E31-6B6B-E72A-4570-A8257D53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FB22-FF5F-4D05-9C3F-81EB9641E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766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03E1F-F51C-2578-3507-DA218E7C9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C1F0-6FF4-4354-6171-40A2881964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D95A4-FD25-24FD-8708-513EBFEB5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CD074-786B-DA5E-FE45-5A17D83BE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24D32-367B-403D-91C1-C03F0F12EA31}" type="datetimeFigureOut">
              <a:rPr lang="en-AU" smtClean="0"/>
              <a:t>2/05/2026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277DF-E3BB-C3EC-CE4B-066E13A95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4BA20-7024-A46F-B8BF-D37AAE3F6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FB22-FF5F-4D05-9C3F-81EB9641E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7772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DF3B-1D7F-8515-26B9-B55D51B04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85F2A-426C-B845-AFE0-FD296BDB2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DAE29-54E9-975B-5044-83944BAD6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3CF56B-F386-E82D-67BD-9A4EC5BE58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A0CD4-48AE-B3D6-084C-71E532DDE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92948-05B5-9467-19D3-636F5E34B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24D32-367B-403D-91C1-C03F0F12EA31}" type="datetimeFigureOut">
              <a:rPr lang="en-AU" smtClean="0"/>
              <a:t>2/05/2026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6E7EB7-B4A1-D224-BD7F-893703A3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8E05F-94FD-1C9B-D4FB-52A2A660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FB22-FF5F-4D05-9C3F-81EB9641E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7995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FACC5-F92E-0B4E-47F8-4BBC5C08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570B7-ACBE-9E76-833F-861B14A9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24D32-367B-403D-91C1-C03F0F12EA31}" type="datetimeFigureOut">
              <a:rPr lang="en-AU" smtClean="0"/>
              <a:t>2/05/2026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9460C-6B18-02A6-BDD0-DC7172A8E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125E92-287B-CB52-8151-48794B8F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FB22-FF5F-4D05-9C3F-81EB9641E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572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14D56-5AA1-65B7-55CB-9349BFB07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24D32-367B-403D-91C1-C03F0F12EA31}" type="datetimeFigureOut">
              <a:rPr lang="en-AU" smtClean="0"/>
              <a:t>2/05/2026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D7D71F-60C5-34BF-23BB-E1964143F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FDAFE-D1F6-663F-4A3A-F0848927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FB22-FF5F-4D05-9C3F-81EB9641E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0515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9D5AF-C444-FBBD-8982-AFB681676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6A2F3-56EE-6ECB-09C7-F8746EA12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E8663-92DA-23B1-F2F0-A034C16CA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E6D70-F1D5-D61D-C8E3-044C0649F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24D32-367B-403D-91C1-C03F0F12EA31}" type="datetimeFigureOut">
              <a:rPr lang="en-AU" smtClean="0"/>
              <a:t>2/05/2026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A9E2D-9250-11B1-F941-8E20F3A6D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F322F-E82A-0852-4855-EA94FAFA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FB22-FF5F-4D05-9C3F-81EB9641E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21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12E7F-B04C-AA02-7044-4F7EA9725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600623-D1D1-6256-9E38-F1E6BA506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1AE10-3EF5-072B-916A-C0929B737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428B2-B631-C0AB-76AF-F85846DEB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24D32-367B-403D-91C1-C03F0F12EA31}" type="datetimeFigureOut">
              <a:rPr lang="en-AU" smtClean="0"/>
              <a:t>2/05/2026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F3817-62DB-6BD3-C7D8-D4DEAD27D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D0A9E-D20B-4F3C-B5B0-585A304FA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FB22-FF5F-4D05-9C3F-81EB9641E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3952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8D7D-3425-F1FD-D12D-BEDCE6357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88743-6272-9361-0436-361C61A9E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B07E6-62A9-09EF-4305-4BE48B2F0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24D32-367B-403D-91C1-C03F0F12EA31}" type="datetimeFigureOut">
              <a:rPr lang="en-AU" smtClean="0"/>
              <a:t>2/05/2026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F7FB5-310F-2E89-ED14-E94C75882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3D91B-8D44-57FA-EB92-19C10507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FB22-FF5F-4D05-9C3F-81EB9641E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12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BE1815-F234-C3B5-E878-0046B3CD86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1FDA18-7EE5-5CA7-D81D-478D66417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954FA-7DA0-4261-EC70-20629A54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24D32-367B-403D-91C1-C03F0F12EA31}" type="datetimeFigureOut">
              <a:rPr lang="en-AU" smtClean="0"/>
              <a:t>2/05/2026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5B782-3F88-0B56-D158-2F52B513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63D2D-D97D-D460-EE10-4F2A351A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FB22-FF5F-4D05-9C3F-81EB9641E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2503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77E62-3633-5DE8-7597-25004370A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F5D38-C996-A6B8-F739-591EBB074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F7B86-0DA3-9646-EB7D-3F77BC4D06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124D32-367B-403D-91C1-C03F0F12EA31}" type="datetimeFigureOut">
              <a:rPr lang="en-AU" smtClean="0"/>
              <a:t>2/05/2026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4A778-B24A-FEBF-2CB0-0B2A9AC4D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A20AD-292E-F0A3-1996-363A962732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7FB22-FF5F-4D05-9C3F-81EB9641E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274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8E4F70-C07B-3098-5A02-BC5584FFD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352116" y="80963"/>
            <a:ext cx="500285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735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Gosselin</dc:creator>
  <cp:lastModifiedBy>Steve Gosselin</cp:lastModifiedBy>
  <cp:revision>1</cp:revision>
  <dcterms:created xsi:type="dcterms:W3CDTF">2026-05-02T10:22:32Z</dcterms:created>
  <dcterms:modified xsi:type="dcterms:W3CDTF">2026-05-02T12:44:03Z</dcterms:modified>
</cp:coreProperties>
</file>